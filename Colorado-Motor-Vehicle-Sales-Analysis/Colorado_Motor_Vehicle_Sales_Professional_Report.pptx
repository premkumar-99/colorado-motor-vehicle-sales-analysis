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17"/>
  </p:normalViewPr>
  <p:slideViewPr>
    <p:cSldViewPr snapToGrid="0" snapToObjects="1">
      <p:cViewPr varScale="1">
        <p:scale>
          <a:sx n="110" d="100"/>
          <a:sy n="110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E98462-EF67-4E00-9419-E0CF38E1BD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E6D610-AD6A-4918-BFEB-AC295B3151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Overview</a:t>
          </a:r>
        </a:p>
      </dgm:t>
    </dgm:pt>
    <dgm:pt modelId="{C1477D60-3330-49B8-923A-384E8B1656F2}" type="parTrans" cxnId="{D6A2A803-00E1-4DC8-9912-1B18EE486293}">
      <dgm:prSet/>
      <dgm:spPr/>
      <dgm:t>
        <a:bodyPr/>
        <a:lstStyle/>
        <a:p>
          <a:endParaRPr lang="en-US"/>
        </a:p>
      </dgm:t>
    </dgm:pt>
    <dgm:pt modelId="{C714C630-F154-4F53-BF27-832236743315}" type="sibTrans" cxnId="{D6A2A803-00E1-4DC8-9912-1B18EE486293}">
      <dgm:prSet/>
      <dgm:spPr/>
      <dgm:t>
        <a:bodyPr/>
        <a:lstStyle/>
        <a:p>
          <a:endParaRPr lang="en-US"/>
        </a:p>
      </dgm:t>
    </dgm:pt>
    <dgm:pt modelId="{38921B1E-0890-4809-8C36-396F146B2F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Exploratory Data Analysis (EDA)</a:t>
          </a:r>
        </a:p>
      </dgm:t>
    </dgm:pt>
    <dgm:pt modelId="{0BE1B5DA-AB87-428D-98B9-F2066CFD2F3B}" type="parTrans" cxnId="{1E5F64E6-A64B-49C9-9173-6DFBA9FD856F}">
      <dgm:prSet/>
      <dgm:spPr/>
      <dgm:t>
        <a:bodyPr/>
        <a:lstStyle/>
        <a:p>
          <a:endParaRPr lang="en-US"/>
        </a:p>
      </dgm:t>
    </dgm:pt>
    <dgm:pt modelId="{7089AE20-89BC-440D-BBE6-13C45F6417F7}" type="sibTrans" cxnId="{1E5F64E6-A64B-49C9-9173-6DFBA9FD856F}">
      <dgm:prSet/>
      <dgm:spPr/>
      <dgm:t>
        <a:bodyPr/>
        <a:lstStyle/>
        <a:p>
          <a:endParaRPr lang="en-US"/>
        </a:p>
      </dgm:t>
    </dgm:pt>
    <dgm:pt modelId="{865704D1-6FF6-4240-9B84-868039B491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Trend Analysis</a:t>
          </a:r>
        </a:p>
      </dgm:t>
    </dgm:pt>
    <dgm:pt modelId="{21A85A59-4E4C-4C9E-88B6-97864370FEE5}" type="parTrans" cxnId="{F33C444B-7D94-42BE-B1C0-B94B201069F5}">
      <dgm:prSet/>
      <dgm:spPr/>
      <dgm:t>
        <a:bodyPr/>
        <a:lstStyle/>
        <a:p>
          <a:endParaRPr lang="en-US"/>
        </a:p>
      </dgm:t>
    </dgm:pt>
    <dgm:pt modelId="{7E5CAF20-65AF-423D-B7B0-4D10EF9D8393}" type="sibTrans" cxnId="{F33C444B-7D94-42BE-B1C0-B94B201069F5}">
      <dgm:prSet/>
      <dgm:spPr/>
      <dgm:t>
        <a:bodyPr/>
        <a:lstStyle/>
        <a:p>
          <a:endParaRPr lang="en-US"/>
        </a:p>
      </dgm:t>
    </dgm:pt>
    <dgm:pt modelId="{FC4A9227-DACC-4C62-906A-44A0BE2282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County-Level Insights</a:t>
          </a:r>
        </a:p>
      </dgm:t>
    </dgm:pt>
    <dgm:pt modelId="{92BDDEE4-F9A9-4995-835E-B778DEA5A10B}" type="parTrans" cxnId="{E58FD428-D333-46D0-B60E-1054DE2E7947}">
      <dgm:prSet/>
      <dgm:spPr/>
      <dgm:t>
        <a:bodyPr/>
        <a:lstStyle/>
        <a:p>
          <a:endParaRPr lang="en-US"/>
        </a:p>
      </dgm:t>
    </dgm:pt>
    <dgm:pt modelId="{C749FD0E-250F-4331-975E-8E1D7AF65C6B}" type="sibTrans" cxnId="{E58FD428-D333-46D0-B60E-1054DE2E7947}">
      <dgm:prSet/>
      <dgm:spPr/>
      <dgm:t>
        <a:bodyPr/>
        <a:lstStyle/>
        <a:p>
          <a:endParaRPr lang="en-US"/>
        </a:p>
      </dgm:t>
    </dgm:pt>
    <dgm:pt modelId="{A46CAC67-247D-4F7C-BB92-CC950947E8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Forecasting Summary</a:t>
          </a:r>
        </a:p>
      </dgm:t>
    </dgm:pt>
    <dgm:pt modelId="{5A2A1035-6FF6-4D1C-9997-43CEA23FC637}" type="parTrans" cxnId="{3477318C-D748-42A3-AB70-C2B681165AE5}">
      <dgm:prSet/>
      <dgm:spPr/>
      <dgm:t>
        <a:bodyPr/>
        <a:lstStyle/>
        <a:p>
          <a:endParaRPr lang="en-US"/>
        </a:p>
      </dgm:t>
    </dgm:pt>
    <dgm:pt modelId="{C89B57DB-1C51-42C5-8610-06836ABD735A}" type="sibTrans" cxnId="{3477318C-D748-42A3-AB70-C2B681165AE5}">
      <dgm:prSet/>
      <dgm:spPr/>
      <dgm:t>
        <a:bodyPr/>
        <a:lstStyle/>
        <a:p>
          <a:endParaRPr lang="en-US"/>
        </a:p>
      </dgm:t>
    </dgm:pt>
    <dgm:pt modelId="{E056B29F-E5F2-460C-B00D-FDADC3A639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Conclusion &amp; Recommendations</a:t>
          </a:r>
        </a:p>
      </dgm:t>
    </dgm:pt>
    <dgm:pt modelId="{8F86D836-6028-46F7-BF17-9F4077EA526D}" type="parTrans" cxnId="{33599DF7-ABD5-40AD-99AC-AEB5FB5E9D6B}">
      <dgm:prSet/>
      <dgm:spPr/>
      <dgm:t>
        <a:bodyPr/>
        <a:lstStyle/>
        <a:p>
          <a:endParaRPr lang="en-US"/>
        </a:p>
      </dgm:t>
    </dgm:pt>
    <dgm:pt modelId="{ED6629F3-F5BE-4013-B501-95AF70A323EC}" type="sibTrans" cxnId="{33599DF7-ABD5-40AD-99AC-AEB5FB5E9D6B}">
      <dgm:prSet/>
      <dgm:spPr/>
      <dgm:t>
        <a:bodyPr/>
        <a:lstStyle/>
        <a:p>
          <a:endParaRPr lang="en-US"/>
        </a:p>
      </dgm:t>
    </dgm:pt>
    <dgm:pt modelId="{93214BAA-7493-4537-A1A0-BC61C0B6FD97}" type="pres">
      <dgm:prSet presAssocID="{56E98462-EF67-4E00-9419-E0CF38E1BDB6}" presName="root" presStyleCnt="0">
        <dgm:presLayoutVars>
          <dgm:dir/>
          <dgm:resizeHandles val="exact"/>
        </dgm:presLayoutVars>
      </dgm:prSet>
      <dgm:spPr/>
    </dgm:pt>
    <dgm:pt modelId="{D8C41811-2375-4330-A0A3-62962C9615A8}" type="pres">
      <dgm:prSet presAssocID="{C6E6D610-AD6A-4918-BFEB-AC295B31518A}" presName="compNode" presStyleCnt="0"/>
      <dgm:spPr/>
    </dgm:pt>
    <dgm:pt modelId="{441AD0D3-790A-4526-89C2-C256AC28A5D8}" type="pres">
      <dgm:prSet presAssocID="{C6E6D610-AD6A-4918-BFEB-AC295B31518A}" presName="bgRect" presStyleLbl="bgShp" presStyleIdx="0" presStyleCnt="6"/>
      <dgm:spPr/>
    </dgm:pt>
    <dgm:pt modelId="{5948EB67-BCA8-41B6-9DC1-E6E3FC1B33BA}" type="pres">
      <dgm:prSet presAssocID="{C6E6D610-AD6A-4918-BFEB-AC295B31518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87CCE4C-2319-4B15-AC5F-030D14049171}" type="pres">
      <dgm:prSet presAssocID="{C6E6D610-AD6A-4918-BFEB-AC295B31518A}" presName="spaceRect" presStyleCnt="0"/>
      <dgm:spPr/>
    </dgm:pt>
    <dgm:pt modelId="{3E140913-2D92-486D-ACC6-9D4399939365}" type="pres">
      <dgm:prSet presAssocID="{C6E6D610-AD6A-4918-BFEB-AC295B31518A}" presName="parTx" presStyleLbl="revTx" presStyleIdx="0" presStyleCnt="6">
        <dgm:presLayoutVars>
          <dgm:chMax val="0"/>
          <dgm:chPref val="0"/>
        </dgm:presLayoutVars>
      </dgm:prSet>
      <dgm:spPr/>
    </dgm:pt>
    <dgm:pt modelId="{38C80B71-97EC-4064-8C4D-D9DC385FF40B}" type="pres">
      <dgm:prSet presAssocID="{C714C630-F154-4F53-BF27-832236743315}" presName="sibTrans" presStyleCnt="0"/>
      <dgm:spPr/>
    </dgm:pt>
    <dgm:pt modelId="{A0A201D9-8FF1-4610-B871-ACF114515DCE}" type="pres">
      <dgm:prSet presAssocID="{38921B1E-0890-4809-8C36-396F146B2FDB}" presName="compNode" presStyleCnt="0"/>
      <dgm:spPr/>
    </dgm:pt>
    <dgm:pt modelId="{4656946F-75FB-486E-BFA2-124FBF8505E1}" type="pres">
      <dgm:prSet presAssocID="{38921B1E-0890-4809-8C36-396F146B2FDB}" presName="bgRect" presStyleLbl="bgShp" presStyleIdx="1" presStyleCnt="6"/>
      <dgm:spPr/>
    </dgm:pt>
    <dgm:pt modelId="{81C66E64-CB27-4DC1-89E2-78EFCA000B40}" type="pres">
      <dgm:prSet presAssocID="{38921B1E-0890-4809-8C36-396F146B2FD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173C0A7-4BB9-41E5-932D-94C02F28462D}" type="pres">
      <dgm:prSet presAssocID="{38921B1E-0890-4809-8C36-396F146B2FDB}" presName="spaceRect" presStyleCnt="0"/>
      <dgm:spPr/>
    </dgm:pt>
    <dgm:pt modelId="{AFD77ADF-6D5B-42EF-8C5A-58E41F2063B9}" type="pres">
      <dgm:prSet presAssocID="{38921B1E-0890-4809-8C36-396F146B2FDB}" presName="parTx" presStyleLbl="revTx" presStyleIdx="1" presStyleCnt="6">
        <dgm:presLayoutVars>
          <dgm:chMax val="0"/>
          <dgm:chPref val="0"/>
        </dgm:presLayoutVars>
      </dgm:prSet>
      <dgm:spPr/>
    </dgm:pt>
    <dgm:pt modelId="{FD34F2E0-337C-4975-BC09-2CE3E9624049}" type="pres">
      <dgm:prSet presAssocID="{7089AE20-89BC-440D-BBE6-13C45F6417F7}" presName="sibTrans" presStyleCnt="0"/>
      <dgm:spPr/>
    </dgm:pt>
    <dgm:pt modelId="{09D62037-B7F9-4112-ABC6-3DCF1FCBBB2D}" type="pres">
      <dgm:prSet presAssocID="{865704D1-6FF6-4240-9B84-868039B491F2}" presName="compNode" presStyleCnt="0"/>
      <dgm:spPr/>
    </dgm:pt>
    <dgm:pt modelId="{6C67B6EC-2F2F-458E-8932-0F91CCB11C26}" type="pres">
      <dgm:prSet presAssocID="{865704D1-6FF6-4240-9B84-868039B491F2}" presName="bgRect" presStyleLbl="bgShp" presStyleIdx="2" presStyleCnt="6"/>
      <dgm:spPr/>
    </dgm:pt>
    <dgm:pt modelId="{D6C84399-2746-4D25-96E2-31C4E0B79D55}" type="pres">
      <dgm:prSet presAssocID="{865704D1-6FF6-4240-9B84-868039B491F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2E66B03-4310-4B59-B381-D4C9C0670400}" type="pres">
      <dgm:prSet presAssocID="{865704D1-6FF6-4240-9B84-868039B491F2}" presName="spaceRect" presStyleCnt="0"/>
      <dgm:spPr/>
    </dgm:pt>
    <dgm:pt modelId="{6B159AB7-77DA-4BCF-8702-C3665F1A71F0}" type="pres">
      <dgm:prSet presAssocID="{865704D1-6FF6-4240-9B84-868039B491F2}" presName="parTx" presStyleLbl="revTx" presStyleIdx="2" presStyleCnt="6">
        <dgm:presLayoutVars>
          <dgm:chMax val="0"/>
          <dgm:chPref val="0"/>
        </dgm:presLayoutVars>
      </dgm:prSet>
      <dgm:spPr/>
    </dgm:pt>
    <dgm:pt modelId="{F89BA61F-AF70-4797-A025-79081027AFFD}" type="pres">
      <dgm:prSet presAssocID="{7E5CAF20-65AF-423D-B7B0-4D10EF9D8393}" presName="sibTrans" presStyleCnt="0"/>
      <dgm:spPr/>
    </dgm:pt>
    <dgm:pt modelId="{5A04AEA4-C8A4-403D-A51D-C9815825B302}" type="pres">
      <dgm:prSet presAssocID="{FC4A9227-DACC-4C62-906A-44A0BE22825D}" presName="compNode" presStyleCnt="0"/>
      <dgm:spPr/>
    </dgm:pt>
    <dgm:pt modelId="{36206745-F7CC-4606-8E9A-54BE7D03DFF0}" type="pres">
      <dgm:prSet presAssocID="{FC4A9227-DACC-4C62-906A-44A0BE22825D}" presName="bgRect" presStyleLbl="bgShp" presStyleIdx="3" presStyleCnt="6"/>
      <dgm:spPr/>
    </dgm:pt>
    <dgm:pt modelId="{5C247CBE-27BC-48EB-82F8-980BF8770DEC}" type="pres">
      <dgm:prSet presAssocID="{FC4A9227-DACC-4C62-906A-44A0BE22825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08DE9BFC-B01A-47FA-9EC8-38D5085DD99A}" type="pres">
      <dgm:prSet presAssocID="{FC4A9227-DACC-4C62-906A-44A0BE22825D}" presName="spaceRect" presStyleCnt="0"/>
      <dgm:spPr/>
    </dgm:pt>
    <dgm:pt modelId="{A015CEFE-9BFE-4DFA-804C-2E977616362E}" type="pres">
      <dgm:prSet presAssocID="{FC4A9227-DACC-4C62-906A-44A0BE22825D}" presName="parTx" presStyleLbl="revTx" presStyleIdx="3" presStyleCnt="6">
        <dgm:presLayoutVars>
          <dgm:chMax val="0"/>
          <dgm:chPref val="0"/>
        </dgm:presLayoutVars>
      </dgm:prSet>
      <dgm:spPr/>
    </dgm:pt>
    <dgm:pt modelId="{AF58A895-04D2-4DFB-840A-6014E204F67A}" type="pres">
      <dgm:prSet presAssocID="{C749FD0E-250F-4331-975E-8E1D7AF65C6B}" presName="sibTrans" presStyleCnt="0"/>
      <dgm:spPr/>
    </dgm:pt>
    <dgm:pt modelId="{746C6D8D-D12F-4AC8-BB35-F84873423369}" type="pres">
      <dgm:prSet presAssocID="{A46CAC67-247D-4F7C-BB92-CC950947E80B}" presName="compNode" presStyleCnt="0"/>
      <dgm:spPr/>
    </dgm:pt>
    <dgm:pt modelId="{6CC97C74-6E14-41F4-AEAE-30B26180D14E}" type="pres">
      <dgm:prSet presAssocID="{A46CAC67-247D-4F7C-BB92-CC950947E80B}" presName="bgRect" presStyleLbl="bgShp" presStyleIdx="4" presStyleCnt="6"/>
      <dgm:spPr/>
    </dgm:pt>
    <dgm:pt modelId="{927AD9DD-BB6E-42C5-BF23-7F9437B8B7D4}" type="pres">
      <dgm:prSet presAssocID="{A46CAC67-247D-4F7C-BB92-CC950947E80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5295C34-7FE5-494B-9132-808792E6CD29}" type="pres">
      <dgm:prSet presAssocID="{A46CAC67-247D-4F7C-BB92-CC950947E80B}" presName="spaceRect" presStyleCnt="0"/>
      <dgm:spPr/>
    </dgm:pt>
    <dgm:pt modelId="{3F46D1BE-F341-4F36-9A83-5AF95D3C115F}" type="pres">
      <dgm:prSet presAssocID="{A46CAC67-247D-4F7C-BB92-CC950947E80B}" presName="parTx" presStyleLbl="revTx" presStyleIdx="4" presStyleCnt="6">
        <dgm:presLayoutVars>
          <dgm:chMax val="0"/>
          <dgm:chPref val="0"/>
        </dgm:presLayoutVars>
      </dgm:prSet>
      <dgm:spPr/>
    </dgm:pt>
    <dgm:pt modelId="{178454F3-BB55-4D69-B0DF-8DB587585974}" type="pres">
      <dgm:prSet presAssocID="{C89B57DB-1C51-42C5-8610-06836ABD735A}" presName="sibTrans" presStyleCnt="0"/>
      <dgm:spPr/>
    </dgm:pt>
    <dgm:pt modelId="{43D45721-BE26-4FCB-8350-F9F4B307A275}" type="pres">
      <dgm:prSet presAssocID="{E056B29F-E5F2-460C-B00D-FDADC3A639B6}" presName="compNode" presStyleCnt="0"/>
      <dgm:spPr/>
    </dgm:pt>
    <dgm:pt modelId="{18933B06-5E6D-43B2-884D-7F744548AC06}" type="pres">
      <dgm:prSet presAssocID="{E056B29F-E5F2-460C-B00D-FDADC3A639B6}" presName="bgRect" presStyleLbl="bgShp" presStyleIdx="5" presStyleCnt="6"/>
      <dgm:spPr/>
    </dgm:pt>
    <dgm:pt modelId="{84D28A29-9879-4006-9CFC-7822107B626C}" type="pres">
      <dgm:prSet presAssocID="{E056B29F-E5F2-460C-B00D-FDADC3A639B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AC1D012B-D0C7-4268-A2CC-938E7F4B1EF1}" type="pres">
      <dgm:prSet presAssocID="{E056B29F-E5F2-460C-B00D-FDADC3A639B6}" presName="spaceRect" presStyleCnt="0"/>
      <dgm:spPr/>
    </dgm:pt>
    <dgm:pt modelId="{28F11C6E-04CB-4378-9EFC-8614CBF99535}" type="pres">
      <dgm:prSet presAssocID="{E056B29F-E5F2-460C-B00D-FDADC3A639B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6A2A803-00E1-4DC8-9912-1B18EE486293}" srcId="{56E98462-EF67-4E00-9419-E0CF38E1BDB6}" destId="{C6E6D610-AD6A-4918-BFEB-AC295B31518A}" srcOrd="0" destOrd="0" parTransId="{C1477D60-3330-49B8-923A-384E8B1656F2}" sibTransId="{C714C630-F154-4F53-BF27-832236743315}"/>
    <dgm:cxn modelId="{67A49913-78E3-4FE5-AFFA-4C8A50859B0C}" type="presOf" srcId="{865704D1-6FF6-4240-9B84-868039B491F2}" destId="{6B159AB7-77DA-4BCF-8702-C3665F1A71F0}" srcOrd="0" destOrd="0" presId="urn:microsoft.com/office/officeart/2018/2/layout/IconVerticalSolidList"/>
    <dgm:cxn modelId="{E58FD428-D333-46D0-B60E-1054DE2E7947}" srcId="{56E98462-EF67-4E00-9419-E0CF38E1BDB6}" destId="{FC4A9227-DACC-4C62-906A-44A0BE22825D}" srcOrd="3" destOrd="0" parTransId="{92BDDEE4-F9A9-4995-835E-B778DEA5A10B}" sibTransId="{C749FD0E-250F-4331-975E-8E1D7AF65C6B}"/>
    <dgm:cxn modelId="{D4800430-25C2-4EE1-827E-6C75E42CA007}" type="presOf" srcId="{56E98462-EF67-4E00-9419-E0CF38E1BDB6}" destId="{93214BAA-7493-4537-A1A0-BC61C0B6FD97}" srcOrd="0" destOrd="0" presId="urn:microsoft.com/office/officeart/2018/2/layout/IconVerticalSolidList"/>
    <dgm:cxn modelId="{F33C444B-7D94-42BE-B1C0-B94B201069F5}" srcId="{56E98462-EF67-4E00-9419-E0CF38E1BDB6}" destId="{865704D1-6FF6-4240-9B84-868039B491F2}" srcOrd="2" destOrd="0" parTransId="{21A85A59-4E4C-4C9E-88B6-97864370FEE5}" sibTransId="{7E5CAF20-65AF-423D-B7B0-4D10EF9D8393}"/>
    <dgm:cxn modelId="{98966C54-0960-46C9-AD81-85604147A0B3}" type="presOf" srcId="{38921B1E-0890-4809-8C36-396F146B2FDB}" destId="{AFD77ADF-6D5B-42EF-8C5A-58E41F2063B9}" srcOrd="0" destOrd="0" presId="urn:microsoft.com/office/officeart/2018/2/layout/IconVerticalSolidList"/>
    <dgm:cxn modelId="{B7035973-2DFF-4147-A1B7-16F58662C7DE}" type="presOf" srcId="{FC4A9227-DACC-4C62-906A-44A0BE22825D}" destId="{A015CEFE-9BFE-4DFA-804C-2E977616362E}" srcOrd="0" destOrd="0" presId="urn:microsoft.com/office/officeart/2018/2/layout/IconVerticalSolidList"/>
    <dgm:cxn modelId="{3477318C-D748-42A3-AB70-C2B681165AE5}" srcId="{56E98462-EF67-4E00-9419-E0CF38E1BDB6}" destId="{A46CAC67-247D-4F7C-BB92-CC950947E80B}" srcOrd="4" destOrd="0" parTransId="{5A2A1035-6FF6-4D1C-9997-43CEA23FC637}" sibTransId="{C89B57DB-1C51-42C5-8610-06836ABD735A}"/>
    <dgm:cxn modelId="{33E4748F-AD90-49F9-AD21-DBB9E2773B09}" type="presOf" srcId="{E056B29F-E5F2-460C-B00D-FDADC3A639B6}" destId="{28F11C6E-04CB-4378-9EFC-8614CBF99535}" srcOrd="0" destOrd="0" presId="urn:microsoft.com/office/officeart/2018/2/layout/IconVerticalSolidList"/>
    <dgm:cxn modelId="{D07235E0-BBB3-469D-84DF-DB89BF2FD611}" type="presOf" srcId="{A46CAC67-247D-4F7C-BB92-CC950947E80B}" destId="{3F46D1BE-F341-4F36-9A83-5AF95D3C115F}" srcOrd="0" destOrd="0" presId="urn:microsoft.com/office/officeart/2018/2/layout/IconVerticalSolidList"/>
    <dgm:cxn modelId="{1E5F64E6-A64B-49C9-9173-6DFBA9FD856F}" srcId="{56E98462-EF67-4E00-9419-E0CF38E1BDB6}" destId="{38921B1E-0890-4809-8C36-396F146B2FDB}" srcOrd="1" destOrd="0" parTransId="{0BE1B5DA-AB87-428D-98B9-F2066CFD2F3B}" sibTransId="{7089AE20-89BC-440D-BBE6-13C45F6417F7}"/>
    <dgm:cxn modelId="{33599DF7-ABD5-40AD-99AC-AEB5FB5E9D6B}" srcId="{56E98462-EF67-4E00-9419-E0CF38E1BDB6}" destId="{E056B29F-E5F2-460C-B00D-FDADC3A639B6}" srcOrd="5" destOrd="0" parTransId="{8F86D836-6028-46F7-BF17-9F4077EA526D}" sibTransId="{ED6629F3-F5BE-4013-B501-95AF70A323EC}"/>
    <dgm:cxn modelId="{FC1A9CFB-E771-4FB3-8CC4-B8731C2EECC4}" type="presOf" srcId="{C6E6D610-AD6A-4918-BFEB-AC295B31518A}" destId="{3E140913-2D92-486D-ACC6-9D4399939365}" srcOrd="0" destOrd="0" presId="urn:microsoft.com/office/officeart/2018/2/layout/IconVerticalSolidList"/>
    <dgm:cxn modelId="{8910976C-44E6-47B1-87B5-FEB292353812}" type="presParOf" srcId="{93214BAA-7493-4537-A1A0-BC61C0B6FD97}" destId="{D8C41811-2375-4330-A0A3-62962C9615A8}" srcOrd="0" destOrd="0" presId="urn:microsoft.com/office/officeart/2018/2/layout/IconVerticalSolidList"/>
    <dgm:cxn modelId="{6927076B-951A-45D0-8D1A-6265B9CEB00B}" type="presParOf" srcId="{D8C41811-2375-4330-A0A3-62962C9615A8}" destId="{441AD0D3-790A-4526-89C2-C256AC28A5D8}" srcOrd="0" destOrd="0" presId="urn:microsoft.com/office/officeart/2018/2/layout/IconVerticalSolidList"/>
    <dgm:cxn modelId="{20AC565D-CC60-496E-A671-6C42F099DF94}" type="presParOf" srcId="{D8C41811-2375-4330-A0A3-62962C9615A8}" destId="{5948EB67-BCA8-41B6-9DC1-E6E3FC1B33BA}" srcOrd="1" destOrd="0" presId="urn:microsoft.com/office/officeart/2018/2/layout/IconVerticalSolidList"/>
    <dgm:cxn modelId="{3196549D-6208-48D0-9FCC-759D1AA38FDE}" type="presParOf" srcId="{D8C41811-2375-4330-A0A3-62962C9615A8}" destId="{187CCE4C-2319-4B15-AC5F-030D14049171}" srcOrd="2" destOrd="0" presId="urn:microsoft.com/office/officeart/2018/2/layout/IconVerticalSolidList"/>
    <dgm:cxn modelId="{8149DE87-6711-4FD4-ACF6-6F908C9D41B4}" type="presParOf" srcId="{D8C41811-2375-4330-A0A3-62962C9615A8}" destId="{3E140913-2D92-486D-ACC6-9D4399939365}" srcOrd="3" destOrd="0" presId="urn:microsoft.com/office/officeart/2018/2/layout/IconVerticalSolidList"/>
    <dgm:cxn modelId="{30B91CCB-EE8F-4463-820A-1DF4D4906F5A}" type="presParOf" srcId="{93214BAA-7493-4537-A1A0-BC61C0B6FD97}" destId="{38C80B71-97EC-4064-8C4D-D9DC385FF40B}" srcOrd="1" destOrd="0" presId="urn:microsoft.com/office/officeart/2018/2/layout/IconVerticalSolidList"/>
    <dgm:cxn modelId="{7F4B0AE8-5C74-45B9-B645-A63A8CA8143B}" type="presParOf" srcId="{93214BAA-7493-4537-A1A0-BC61C0B6FD97}" destId="{A0A201D9-8FF1-4610-B871-ACF114515DCE}" srcOrd="2" destOrd="0" presId="urn:microsoft.com/office/officeart/2018/2/layout/IconVerticalSolidList"/>
    <dgm:cxn modelId="{481CB9F4-3583-4D80-8760-D00EEC0215FA}" type="presParOf" srcId="{A0A201D9-8FF1-4610-B871-ACF114515DCE}" destId="{4656946F-75FB-486E-BFA2-124FBF8505E1}" srcOrd="0" destOrd="0" presId="urn:microsoft.com/office/officeart/2018/2/layout/IconVerticalSolidList"/>
    <dgm:cxn modelId="{82A4400A-38C6-4567-A207-11EB012D8D7E}" type="presParOf" srcId="{A0A201D9-8FF1-4610-B871-ACF114515DCE}" destId="{81C66E64-CB27-4DC1-89E2-78EFCA000B40}" srcOrd="1" destOrd="0" presId="urn:microsoft.com/office/officeart/2018/2/layout/IconVerticalSolidList"/>
    <dgm:cxn modelId="{72D2AA8F-3F19-4C40-8E91-A21586ED1690}" type="presParOf" srcId="{A0A201D9-8FF1-4610-B871-ACF114515DCE}" destId="{A173C0A7-4BB9-41E5-932D-94C02F28462D}" srcOrd="2" destOrd="0" presId="urn:microsoft.com/office/officeart/2018/2/layout/IconVerticalSolidList"/>
    <dgm:cxn modelId="{969BFE0E-5832-48E1-BDC4-A56C9F7E84CD}" type="presParOf" srcId="{A0A201D9-8FF1-4610-B871-ACF114515DCE}" destId="{AFD77ADF-6D5B-42EF-8C5A-58E41F2063B9}" srcOrd="3" destOrd="0" presId="urn:microsoft.com/office/officeart/2018/2/layout/IconVerticalSolidList"/>
    <dgm:cxn modelId="{DB278612-7E8E-4D45-B854-50FABAF171CC}" type="presParOf" srcId="{93214BAA-7493-4537-A1A0-BC61C0B6FD97}" destId="{FD34F2E0-337C-4975-BC09-2CE3E9624049}" srcOrd="3" destOrd="0" presId="urn:microsoft.com/office/officeart/2018/2/layout/IconVerticalSolidList"/>
    <dgm:cxn modelId="{BEC04D1F-3A92-4CDF-B7B7-0F9458506759}" type="presParOf" srcId="{93214BAA-7493-4537-A1A0-BC61C0B6FD97}" destId="{09D62037-B7F9-4112-ABC6-3DCF1FCBBB2D}" srcOrd="4" destOrd="0" presId="urn:microsoft.com/office/officeart/2018/2/layout/IconVerticalSolidList"/>
    <dgm:cxn modelId="{9A6CA566-748C-466B-976B-726AB82435B7}" type="presParOf" srcId="{09D62037-B7F9-4112-ABC6-3DCF1FCBBB2D}" destId="{6C67B6EC-2F2F-458E-8932-0F91CCB11C26}" srcOrd="0" destOrd="0" presId="urn:microsoft.com/office/officeart/2018/2/layout/IconVerticalSolidList"/>
    <dgm:cxn modelId="{5BBB55C9-702A-43C8-BA80-224B0069AD97}" type="presParOf" srcId="{09D62037-B7F9-4112-ABC6-3DCF1FCBBB2D}" destId="{D6C84399-2746-4D25-96E2-31C4E0B79D55}" srcOrd="1" destOrd="0" presId="urn:microsoft.com/office/officeart/2018/2/layout/IconVerticalSolidList"/>
    <dgm:cxn modelId="{69B3A8D3-BA56-46CD-A6EE-008BB59B3894}" type="presParOf" srcId="{09D62037-B7F9-4112-ABC6-3DCF1FCBBB2D}" destId="{32E66B03-4310-4B59-B381-D4C9C0670400}" srcOrd="2" destOrd="0" presId="urn:microsoft.com/office/officeart/2018/2/layout/IconVerticalSolidList"/>
    <dgm:cxn modelId="{240A7C83-7A3A-416A-AAF5-F701FEF749CF}" type="presParOf" srcId="{09D62037-B7F9-4112-ABC6-3DCF1FCBBB2D}" destId="{6B159AB7-77DA-4BCF-8702-C3665F1A71F0}" srcOrd="3" destOrd="0" presId="urn:microsoft.com/office/officeart/2018/2/layout/IconVerticalSolidList"/>
    <dgm:cxn modelId="{FAE47AB9-78C7-49F9-9066-8FC6C3ACAB89}" type="presParOf" srcId="{93214BAA-7493-4537-A1A0-BC61C0B6FD97}" destId="{F89BA61F-AF70-4797-A025-79081027AFFD}" srcOrd="5" destOrd="0" presId="urn:microsoft.com/office/officeart/2018/2/layout/IconVerticalSolidList"/>
    <dgm:cxn modelId="{F82540B9-3459-4F1D-8871-F5DD3A72978A}" type="presParOf" srcId="{93214BAA-7493-4537-A1A0-BC61C0B6FD97}" destId="{5A04AEA4-C8A4-403D-A51D-C9815825B302}" srcOrd="6" destOrd="0" presId="urn:microsoft.com/office/officeart/2018/2/layout/IconVerticalSolidList"/>
    <dgm:cxn modelId="{9D2A5E1C-B658-436A-BB8A-81E17FAE44E8}" type="presParOf" srcId="{5A04AEA4-C8A4-403D-A51D-C9815825B302}" destId="{36206745-F7CC-4606-8E9A-54BE7D03DFF0}" srcOrd="0" destOrd="0" presId="urn:microsoft.com/office/officeart/2018/2/layout/IconVerticalSolidList"/>
    <dgm:cxn modelId="{FFAE5B82-FB0C-4080-AA65-4A9BC7CF9839}" type="presParOf" srcId="{5A04AEA4-C8A4-403D-A51D-C9815825B302}" destId="{5C247CBE-27BC-48EB-82F8-980BF8770DEC}" srcOrd="1" destOrd="0" presId="urn:microsoft.com/office/officeart/2018/2/layout/IconVerticalSolidList"/>
    <dgm:cxn modelId="{631A1017-8039-42D4-80FE-BC5F18C1D6F1}" type="presParOf" srcId="{5A04AEA4-C8A4-403D-A51D-C9815825B302}" destId="{08DE9BFC-B01A-47FA-9EC8-38D5085DD99A}" srcOrd="2" destOrd="0" presId="urn:microsoft.com/office/officeart/2018/2/layout/IconVerticalSolidList"/>
    <dgm:cxn modelId="{99BEC5EE-B2AF-44DE-81B8-8AB58B600A93}" type="presParOf" srcId="{5A04AEA4-C8A4-403D-A51D-C9815825B302}" destId="{A015CEFE-9BFE-4DFA-804C-2E977616362E}" srcOrd="3" destOrd="0" presId="urn:microsoft.com/office/officeart/2018/2/layout/IconVerticalSolidList"/>
    <dgm:cxn modelId="{C23A6D33-5514-441D-BE80-590D7DF96D30}" type="presParOf" srcId="{93214BAA-7493-4537-A1A0-BC61C0B6FD97}" destId="{AF58A895-04D2-4DFB-840A-6014E204F67A}" srcOrd="7" destOrd="0" presId="urn:microsoft.com/office/officeart/2018/2/layout/IconVerticalSolidList"/>
    <dgm:cxn modelId="{896A46D4-3B59-476B-8A3C-4CF701011675}" type="presParOf" srcId="{93214BAA-7493-4537-A1A0-BC61C0B6FD97}" destId="{746C6D8D-D12F-4AC8-BB35-F84873423369}" srcOrd="8" destOrd="0" presId="urn:microsoft.com/office/officeart/2018/2/layout/IconVerticalSolidList"/>
    <dgm:cxn modelId="{F8BA8068-1975-43A9-80B2-0E72E63E30D9}" type="presParOf" srcId="{746C6D8D-D12F-4AC8-BB35-F84873423369}" destId="{6CC97C74-6E14-41F4-AEAE-30B26180D14E}" srcOrd="0" destOrd="0" presId="urn:microsoft.com/office/officeart/2018/2/layout/IconVerticalSolidList"/>
    <dgm:cxn modelId="{EB3E8A3E-87DA-459F-AB05-3455D2AE9DB6}" type="presParOf" srcId="{746C6D8D-D12F-4AC8-BB35-F84873423369}" destId="{927AD9DD-BB6E-42C5-BF23-7F9437B8B7D4}" srcOrd="1" destOrd="0" presId="urn:microsoft.com/office/officeart/2018/2/layout/IconVerticalSolidList"/>
    <dgm:cxn modelId="{88491DBE-E418-42E9-9D9D-5AB22DBBAEBA}" type="presParOf" srcId="{746C6D8D-D12F-4AC8-BB35-F84873423369}" destId="{C5295C34-7FE5-494B-9132-808792E6CD29}" srcOrd="2" destOrd="0" presId="urn:microsoft.com/office/officeart/2018/2/layout/IconVerticalSolidList"/>
    <dgm:cxn modelId="{80B13237-232D-4648-9B2C-A290925A1101}" type="presParOf" srcId="{746C6D8D-D12F-4AC8-BB35-F84873423369}" destId="{3F46D1BE-F341-4F36-9A83-5AF95D3C115F}" srcOrd="3" destOrd="0" presId="urn:microsoft.com/office/officeart/2018/2/layout/IconVerticalSolidList"/>
    <dgm:cxn modelId="{77BC1C83-2F68-4994-B219-0E3AA9B42AAA}" type="presParOf" srcId="{93214BAA-7493-4537-A1A0-BC61C0B6FD97}" destId="{178454F3-BB55-4D69-B0DF-8DB587585974}" srcOrd="9" destOrd="0" presId="urn:microsoft.com/office/officeart/2018/2/layout/IconVerticalSolidList"/>
    <dgm:cxn modelId="{298048E5-F683-45BD-9E68-FE378D50C9C4}" type="presParOf" srcId="{93214BAA-7493-4537-A1A0-BC61C0B6FD97}" destId="{43D45721-BE26-4FCB-8350-F9F4B307A275}" srcOrd="10" destOrd="0" presId="urn:microsoft.com/office/officeart/2018/2/layout/IconVerticalSolidList"/>
    <dgm:cxn modelId="{D3C6D9F6-007E-4D2C-ABD6-C15078009ABB}" type="presParOf" srcId="{43D45721-BE26-4FCB-8350-F9F4B307A275}" destId="{18933B06-5E6D-43B2-884D-7F744548AC06}" srcOrd="0" destOrd="0" presId="urn:microsoft.com/office/officeart/2018/2/layout/IconVerticalSolidList"/>
    <dgm:cxn modelId="{DCA7E6F0-720B-47FD-B0A3-19F715778522}" type="presParOf" srcId="{43D45721-BE26-4FCB-8350-F9F4B307A275}" destId="{84D28A29-9879-4006-9CFC-7822107B626C}" srcOrd="1" destOrd="0" presId="urn:microsoft.com/office/officeart/2018/2/layout/IconVerticalSolidList"/>
    <dgm:cxn modelId="{99E09DB8-A886-4F33-BCE4-F073FB94547A}" type="presParOf" srcId="{43D45721-BE26-4FCB-8350-F9F4B307A275}" destId="{AC1D012B-D0C7-4268-A2CC-938E7F4B1EF1}" srcOrd="2" destOrd="0" presId="urn:microsoft.com/office/officeart/2018/2/layout/IconVerticalSolidList"/>
    <dgm:cxn modelId="{28DF6AED-4394-41B1-A4E9-DB433A1934AC}" type="presParOf" srcId="{43D45721-BE26-4FCB-8350-F9F4B307A275}" destId="{28F11C6E-04CB-4378-9EFC-8614CBF995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C06437-C77F-4F4C-86FF-95500662433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BB064B-40B1-445A-80A5-DEA342645BB1}">
      <dgm:prSet/>
      <dgm:spPr/>
      <dgm:t>
        <a:bodyPr/>
        <a:lstStyle/>
        <a:p>
          <a:r>
            <a:rPr lang="en-US"/>
            <a:t>Focus: Colorado Motor Vehicle Sales</a:t>
          </a:r>
        </a:p>
      </dgm:t>
    </dgm:pt>
    <dgm:pt modelId="{89EB0821-173F-4196-9CEC-0E51E4A88436}" type="parTrans" cxnId="{8EC19BDB-5713-48F3-A4DC-ABB7F4A225FF}">
      <dgm:prSet/>
      <dgm:spPr/>
      <dgm:t>
        <a:bodyPr/>
        <a:lstStyle/>
        <a:p>
          <a:endParaRPr lang="en-US"/>
        </a:p>
      </dgm:t>
    </dgm:pt>
    <dgm:pt modelId="{6F676CF8-E4C4-42CB-98CA-AF17032F5008}" type="sibTrans" cxnId="{8EC19BDB-5713-48F3-A4DC-ABB7F4A225FF}">
      <dgm:prSet/>
      <dgm:spPr/>
      <dgm:t>
        <a:bodyPr/>
        <a:lstStyle/>
        <a:p>
          <a:endParaRPr lang="en-US"/>
        </a:p>
      </dgm:t>
    </dgm:pt>
    <dgm:pt modelId="{853B446F-F502-40FB-B67E-374E6EBA5EAD}">
      <dgm:prSet/>
      <dgm:spPr/>
      <dgm:t>
        <a:bodyPr/>
        <a:lstStyle/>
        <a:p>
          <a:r>
            <a:rPr lang="en-US"/>
            <a:t>Years: 2008 to 2015</a:t>
          </a:r>
        </a:p>
      </dgm:t>
    </dgm:pt>
    <dgm:pt modelId="{E1C4A676-307D-4B45-96A4-4ECF63884148}" type="parTrans" cxnId="{9876CEBC-3E4D-4F0C-8736-6FF000F03C33}">
      <dgm:prSet/>
      <dgm:spPr/>
      <dgm:t>
        <a:bodyPr/>
        <a:lstStyle/>
        <a:p>
          <a:endParaRPr lang="en-US"/>
        </a:p>
      </dgm:t>
    </dgm:pt>
    <dgm:pt modelId="{1951A5F3-689D-49B7-A18A-F0020953D2AD}" type="sibTrans" cxnId="{9876CEBC-3E4D-4F0C-8736-6FF000F03C33}">
      <dgm:prSet/>
      <dgm:spPr/>
      <dgm:t>
        <a:bodyPr/>
        <a:lstStyle/>
        <a:p>
          <a:endParaRPr lang="en-US"/>
        </a:p>
      </dgm:t>
    </dgm:pt>
    <dgm:pt modelId="{D8627695-9BC5-4490-AE46-373A52195935}">
      <dgm:prSet/>
      <dgm:spPr/>
      <dgm:t>
        <a:bodyPr/>
        <a:lstStyle/>
        <a:p>
          <a:r>
            <a:rPr lang="en-US"/>
            <a:t>Total Records: 501</a:t>
          </a:r>
        </a:p>
      </dgm:t>
    </dgm:pt>
    <dgm:pt modelId="{D2DD71F2-C637-4294-B37F-ABBC4EF2CA0C}" type="parTrans" cxnId="{840F0CE0-A163-4817-A91D-FED2AC047057}">
      <dgm:prSet/>
      <dgm:spPr/>
      <dgm:t>
        <a:bodyPr/>
        <a:lstStyle/>
        <a:p>
          <a:endParaRPr lang="en-US"/>
        </a:p>
      </dgm:t>
    </dgm:pt>
    <dgm:pt modelId="{605023BA-1274-4195-A360-9455138DADDB}" type="sibTrans" cxnId="{840F0CE0-A163-4817-A91D-FED2AC047057}">
      <dgm:prSet/>
      <dgm:spPr/>
      <dgm:t>
        <a:bodyPr/>
        <a:lstStyle/>
        <a:p>
          <a:endParaRPr lang="en-US"/>
        </a:p>
      </dgm:t>
    </dgm:pt>
    <dgm:pt modelId="{AEA8AE1B-038A-458E-B746-6FE644BAC13D}">
      <dgm:prSet/>
      <dgm:spPr/>
      <dgm:t>
        <a:bodyPr/>
        <a:lstStyle/>
        <a:p>
          <a:r>
            <a:rPr lang="en-US"/>
            <a:t>Columns: year, quarter, county, sales</a:t>
          </a:r>
        </a:p>
      </dgm:t>
    </dgm:pt>
    <dgm:pt modelId="{F1775B03-F5D7-4143-8150-7A711923523C}" type="parTrans" cxnId="{DD6D9266-5C01-45F2-B853-45B937866017}">
      <dgm:prSet/>
      <dgm:spPr/>
      <dgm:t>
        <a:bodyPr/>
        <a:lstStyle/>
        <a:p>
          <a:endParaRPr lang="en-US"/>
        </a:p>
      </dgm:t>
    </dgm:pt>
    <dgm:pt modelId="{501B0625-B7CB-4710-AF3A-207118132D62}" type="sibTrans" cxnId="{DD6D9266-5C01-45F2-B853-45B937866017}">
      <dgm:prSet/>
      <dgm:spPr/>
      <dgm:t>
        <a:bodyPr/>
        <a:lstStyle/>
        <a:p>
          <a:endParaRPr lang="en-US"/>
        </a:p>
      </dgm:t>
    </dgm:pt>
    <dgm:pt modelId="{EECC260F-198A-D249-9629-E46C5041E3A8}" type="pres">
      <dgm:prSet presAssocID="{36C06437-C77F-4F4C-86FF-95500662433C}" presName="vert0" presStyleCnt="0">
        <dgm:presLayoutVars>
          <dgm:dir/>
          <dgm:animOne val="branch"/>
          <dgm:animLvl val="lvl"/>
        </dgm:presLayoutVars>
      </dgm:prSet>
      <dgm:spPr/>
    </dgm:pt>
    <dgm:pt modelId="{461ABD11-1F9F-8045-9559-4EE0D5997914}" type="pres">
      <dgm:prSet presAssocID="{09BB064B-40B1-445A-80A5-DEA342645BB1}" presName="thickLine" presStyleLbl="alignNode1" presStyleIdx="0" presStyleCnt="4"/>
      <dgm:spPr/>
    </dgm:pt>
    <dgm:pt modelId="{C4C29AF4-1AB9-9F45-B58F-9AFE92191C65}" type="pres">
      <dgm:prSet presAssocID="{09BB064B-40B1-445A-80A5-DEA342645BB1}" presName="horz1" presStyleCnt="0"/>
      <dgm:spPr/>
    </dgm:pt>
    <dgm:pt modelId="{102B7CFC-88DA-B44E-A5BA-D44ECA5A94F1}" type="pres">
      <dgm:prSet presAssocID="{09BB064B-40B1-445A-80A5-DEA342645BB1}" presName="tx1" presStyleLbl="revTx" presStyleIdx="0" presStyleCnt="4"/>
      <dgm:spPr/>
    </dgm:pt>
    <dgm:pt modelId="{2EB76BD6-E1DC-9342-A0EA-FAB6BEB694A3}" type="pres">
      <dgm:prSet presAssocID="{09BB064B-40B1-445A-80A5-DEA342645BB1}" presName="vert1" presStyleCnt="0"/>
      <dgm:spPr/>
    </dgm:pt>
    <dgm:pt modelId="{5CDDC044-EA82-6A45-A162-72DE39A7AE3A}" type="pres">
      <dgm:prSet presAssocID="{853B446F-F502-40FB-B67E-374E6EBA5EAD}" presName="thickLine" presStyleLbl="alignNode1" presStyleIdx="1" presStyleCnt="4"/>
      <dgm:spPr/>
    </dgm:pt>
    <dgm:pt modelId="{1BCFE1D0-C5E8-F84E-BF2F-9F3F2340C674}" type="pres">
      <dgm:prSet presAssocID="{853B446F-F502-40FB-B67E-374E6EBA5EAD}" presName="horz1" presStyleCnt="0"/>
      <dgm:spPr/>
    </dgm:pt>
    <dgm:pt modelId="{AD50FC10-3E94-C24D-AE92-6202A48B1F06}" type="pres">
      <dgm:prSet presAssocID="{853B446F-F502-40FB-B67E-374E6EBA5EAD}" presName="tx1" presStyleLbl="revTx" presStyleIdx="1" presStyleCnt="4"/>
      <dgm:spPr/>
    </dgm:pt>
    <dgm:pt modelId="{DB19DBE0-6F4C-8D44-A779-75218F8AE56B}" type="pres">
      <dgm:prSet presAssocID="{853B446F-F502-40FB-B67E-374E6EBA5EAD}" presName="vert1" presStyleCnt="0"/>
      <dgm:spPr/>
    </dgm:pt>
    <dgm:pt modelId="{52CD6BE9-75B7-ED4B-B329-51F0BB367A0B}" type="pres">
      <dgm:prSet presAssocID="{D8627695-9BC5-4490-AE46-373A52195935}" presName="thickLine" presStyleLbl="alignNode1" presStyleIdx="2" presStyleCnt="4"/>
      <dgm:spPr/>
    </dgm:pt>
    <dgm:pt modelId="{0EA8810D-ECAA-8A4D-AE24-5EF022ABF320}" type="pres">
      <dgm:prSet presAssocID="{D8627695-9BC5-4490-AE46-373A52195935}" presName="horz1" presStyleCnt="0"/>
      <dgm:spPr/>
    </dgm:pt>
    <dgm:pt modelId="{EF152D4D-47CF-164D-BF89-E6A05EA7EDE0}" type="pres">
      <dgm:prSet presAssocID="{D8627695-9BC5-4490-AE46-373A52195935}" presName="tx1" presStyleLbl="revTx" presStyleIdx="2" presStyleCnt="4"/>
      <dgm:spPr/>
    </dgm:pt>
    <dgm:pt modelId="{50FA070A-9CCD-8A4E-8858-FD3BE224572F}" type="pres">
      <dgm:prSet presAssocID="{D8627695-9BC5-4490-AE46-373A52195935}" presName="vert1" presStyleCnt="0"/>
      <dgm:spPr/>
    </dgm:pt>
    <dgm:pt modelId="{8D2DB18D-98C8-534C-91B7-6CE1EDD62ACB}" type="pres">
      <dgm:prSet presAssocID="{AEA8AE1B-038A-458E-B746-6FE644BAC13D}" presName="thickLine" presStyleLbl="alignNode1" presStyleIdx="3" presStyleCnt="4"/>
      <dgm:spPr/>
    </dgm:pt>
    <dgm:pt modelId="{38512E0A-9B93-AE4A-9EF7-8D814A324A79}" type="pres">
      <dgm:prSet presAssocID="{AEA8AE1B-038A-458E-B746-6FE644BAC13D}" presName="horz1" presStyleCnt="0"/>
      <dgm:spPr/>
    </dgm:pt>
    <dgm:pt modelId="{9C9A256E-CC15-1845-BEAE-ADBEB413D457}" type="pres">
      <dgm:prSet presAssocID="{AEA8AE1B-038A-458E-B746-6FE644BAC13D}" presName="tx1" presStyleLbl="revTx" presStyleIdx="3" presStyleCnt="4"/>
      <dgm:spPr/>
    </dgm:pt>
    <dgm:pt modelId="{C03826B4-3265-324B-9676-E0B29046C3B7}" type="pres">
      <dgm:prSet presAssocID="{AEA8AE1B-038A-458E-B746-6FE644BAC13D}" presName="vert1" presStyleCnt="0"/>
      <dgm:spPr/>
    </dgm:pt>
  </dgm:ptLst>
  <dgm:cxnLst>
    <dgm:cxn modelId="{4B63A930-A52A-5747-BB03-76216765F7E7}" type="presOf" srcId="{D8627695-9BC5-4490-AE46-373A52195935}" destId="{EF152D4D-47CF-164D-BF89-E6A05EA7EDE0}" srcOrd="0" destOrd="0" presId="urn:microsoft.com/office/officeart/2008/layout/LinedList"/>
    <dgm:cxn modelId="{8AA69B61-5046-AF4C-9F4A-850F2D67A6C0}" type="presOf" srcId="{09BB064B-40B1-445A-80A5-DEA342645BB1}" destId="{102B7CFC-88DA-B44E-A5BA-D44ECA5A94F1}" srcOrd="0" destOrd="0" presId="urn:microsoft.com/office/officeart/2008/layout/LinedList"/>
    <dgm:cxn modelId="{DD6D9266-5C01-45F2-B853-45B937866017}" srcId="{36C06437-C77F-4F4C-86FF-95500662433C}" destId="{AEA8AE1B-038A-458E-B746-6FE644BAC13D}" srcOrd="3" destOrd="0" parTransId="{F1775B03-F5D7-4143-8150-7A711923523C}" sibTransId="{501B0625-B7CB-4710-AF3A-207118132D62}"/>
    <dgm:cxn modelId="{1D671F8A-497E-604E-89CC-B5EC37159C69}" type="presOf" srcId="{AEA8AE1B-038A-458E-B746-6FE644BAC13D}" destId="{9C9A256E-CC15-1845-BEAE-ADBEB413D457}" srcOrd="0" destOrd="0" presId="urn:microsoft.com/office/officeart/2008/layout/LinedList"/>
    <dgm:cxn modelId="{AD13EBBA-18B4-2A42-80AE-FA1205C38F9E}" type="presOf" srcId="{853B446F-F502-40FB-B67E-374E6EBA5EAD}" destId="{AD50FC10-3E94-C24D-AE92-6202A48B1F06}" srcOrd="0" destOrd="0" presId="urn:microsoft.com/office/officeart/2008/layout/LinedList"/>
    <dgm:cxn modelId="{9876CEBC-3E4D-4F0C-8736-6FF000F03C33}" srcId="{36C06437-C77F-4F4C-86FF-95500662433C}" destId="{853B446F-F502-40FB-B67E-374E6EBA5EAD}" srcOrd="1" destOrd="0" parTransId="{E1C4A676-307D-4B45-96A4-4ECF63884148}" sibTransId="{1951A5F3-689D-49B7-A18A-F0020953D2AD}"/>
    <dgm:cxn modelId="{8EC19BDB-5713-48F3-A4DC-ABB7F4A225FF}" srcId="{36C06437-C77F-4F4C-86FF-95500662433C}" destId="{09BB064B-40B1-445A-80A5-DEA342645BB1}" srcOrd="0" destOrd="0" parTransId="{89EB0821-173F-4196-9CEC-0E51E4A88436}" sibTransId="{6F676CF8-E4C4-42CB-98CA-AF17032F5008}"/>
    <dgm:cxn modelId="{840F0CE0-A163-4817-A91D-FED2AC047057}" srcId="{36C06437-C77F-4F4C-86FF-95500662433C}" destId="{D8627695-9BC5-4490-AE46-373A52195935}" srcOrd="2" destOrd="0" parTransId="{D2DD71F2-C637-4294-B37F-ABBC4EF2CA0C}" sibTransId="{605023BA-1274-4195-A360-9455138DADDB}"/>
    <dgm:cxn modelId="{E13200ED-EB49-8E46-94FE-61A26113FC79}" type="presOf" srcId="{36C06437-C77F-4F4C-86FF-95500662433C}" destId="{EECC260F-198A-D249-9629-E46C5041E3A8}" srcOrd="0" destOrd="0" presId="urn:microsoft.com/office/officeart/2008/layout/LinedList"/>
    <dgm:cxn modelId="{32D1298B-7449-7443-AA04-6D0F22D79A05}" type="presParOf" srcId="{EECC260F-198A-D249-9629-E46C5041E3A8}" destId="{461ABD11-1F9F-8045-9559-4EE0D5997914}" srcOrd="0" destOrd="0" presId="urn:microsoft.com/office/officeart/2008/layout/LinedList"/>
    <dgm:cxn modelId="{FCCA8E3E-F47B-7549-8BF4-CE67507608FB}" type="presParOf" srcId="{EECC260F-198A-D249-9629-E46C5041E3A8}" destId="{C4C29AF4-1AB9-9F45-B58F-9AFE92191C65}" srcOrd="1" destOrd="0" presId="urn:microsoft.com/office/officeart/2008/layout/LinedList"/>
    <dgm:cxn modelId="{A1BCEAB4-B1DC-524F-A59D-F5D64EDDC3DB}" type="presParOf" srcId="{C4C29AF4-1AB9-9F45-B58F-9AFE92191C65}" destId="{102B7CFC-88DA-B44E-A5BA-D44ECA5A94F1}" srcOrd="0" destOrd="0" presId="urn:microsoft.com/office/officeart/2008/layout/LinedList"/>
    <dgm:cxn modelId="{EFF2592E-B36E-1340-BFAE-5A3C012D032F}" type="presParOf" srcId="{C4C29AF4-1AB9-9F45-B58F-9AFE92191C65}" destId="{2EB76BD6-E1DC-9342-A0EA-FAB6BEB694A3}" srcOrd="1" destOrd="0" presId="urn:microsoft.com/office/officeart/2008/layout/LinedList"/>
    <dgm:cxn modelId="{7046EA42-6F38-4944-881D-8F70D8FC2A01}" type="presParOf" srcId="{EECC260F-198A-D249-9629-E46C5041E3A8}" destId="{5CDDC044-EA82-6A45-A162-72DE39A7AE3A}" srcOrd="2" destOrd="0" presId="urn:microsoft.com/office/officeart/2008/layout/LinedList"/>
    <dgm:cxn modelId="{18C1CD75-2627-514F-B4ED-C7F7D6033D2B}" type="presParOf" srcId="{EECC260F-198A-D249-9629-E46C5041E3A8}" destId="{1BCFE1D0-C5E8-F84E-BF2F-9F3F2340C674}" srcOrd="3" destOrd="0" presId="urn:microsoft.com/office/officeart/2008/layout/LinedList"/>
    <dgm:cxn modelId="{CE910CF4-482B-E341-BA56-44F34C88DC00}" type="presParOf" srcId="{1BCFE1D0-C5E8-F84E-BF2F-9F3F2340C674}" destId="{AD50FC10-3E94-C24D-AE92-6202A48B1F06}" srcOrd="0" destOrd="0" presId="urn:microsoft.com/office/officeart/2008/layout/LinedList"/>
    <dgm:cxn modelId="{40CE75A4-5C59-6247-B782-1FB59046A858}" type="presParOf" srcId="{1BCFE1D0-C5E8-F84E-BF2F-9F3F2340C674}" destId="{DB19DBE0-6F4C-8D44-A779-75218F8AE56B}" srcOrd="1" destOrd="0" presId="urn:microsoft.com/office/officeart/2008/layout/LinedList"/>
    <dgm:cxn modelId="{6E281BB5-2B03-4849-9A10-D1FF7BDCFEF6}" type="presParOf" srcId="{EECC260F-198A-D249-9629-E46C5041E3A8}" destId="{52CD6BE9-75B7-ED4B-B329-51F0BB367A0B}" srcOrd="4" destOrd="0" presId="urn:microsoft.com/office/officeart/2008/layout/LinedList"/>
    <dgm:cxn modelId="{8B5D3A8D-72CF-6748-B790-CA41DCDA9739}" type="presParOf" srcId="{EECC260F-198A-D249-9629-E46C5041E3A8}" destId="{0EA8810D-ECAA-8A4D-AE24-5EF022ABF320}" srcOrd="5" destOrd="0" presId="urn:microsoft.com/office/officeart/2008/layout/LinedList"/>
    <dgm:cxn modelId="{CC21DD7D-424E-004C-992C-1BD1D0333FFF}" type="presParOf" srcId="{0EA8810D-ECAA-8A4D-AE24-5EF022ABF320}" destId="{EF152D4D-47CF-164D-BF89-E6A05EA7EDE0}" srcOrd="0" destOrd="0" presId="urn:microsoft.com/office/officeart/2008/layout/LinedList"/>
    <dgm:cxn modelId="{327D4201-2758-D74B-BB4F-C0954FADAD81}" type="presParOf" srcId="{0EA8810D-ECAA-8A4D-AE24-5EF022ABF320}" destId="{50FA070A-9CCD-8A4E-8858-FD3BE224572F}" srcOrd="1" destOrd="0" presId="urn:microsoft.com/office/officeart/2008/layout/LinedList"/>
    <dgm:cxn modelId="{86FC05AB-5159-6D44-B273-35DE7686662F}" type="presParOf" srcId="{EECC260F-198A-D249-9629-E46C5041E3A8}" destId="{8D2DB18D-98C8-534C-91B7-6CE1EDD62ACB}" srcOrd="6" destOrd="0" presId="urn:microsoft.com/office/officeart/2008/layout/LinedList"/>
    <dgm:cxn modelId="{CA8F5052-C7D4-AE4B-9E52-D49C13594B5F}" type="presParOf" srcId="{EECC260F-198A-D249-9629-E46C5041E3A8}" destId="{38512E0A-9B93-AE4A-9EF7-8D814A324A79}" srcOrd="7" destOrd="0" presId="urn:microsoft.com/office/officeart/2008/layout/LinedList"/>
    <dgm:cxn modelId="{A78AD03D-EEF7-F34F-A22F-116F221366B4}" type="presParOf" srcId="{38512E0A-9B93-AE4A-9EF7-8D814A324A79}" destId="{9C9A256E-CC15-1845-BEAE-ADBEB413D457}" srcOrd="0" destOrd="0" presId="urn:microsoft.com/office/officeart/2008/layout/LinedList"/>
    <dgm:cxn modelId="{CD497E6F-3544-3D47-A33D-0E2B28CA5757}" type="presParOf" srcId="{38512E0A-9B93-AE4A-9EF7-8D814A324A79}" destId="{C03826B4-3265-324B-9676-E0B29046C3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AD0D3-790A-4526-89C2-C256AC28A5D8}">
      <dsp:nvSpPr>
        <dsp:cNvPr id="0" name=""/>
        <dsp:cNvSpPr/>
      </dsp:nvSpPr>
      <dsp:spPr>
        <a:xfrm>
          <a:off x="0" y="1464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8EB67-BCA8-41B6-9DC1-E6E3FC1B33BA}">
      <dsp:nvSpPr>
        <dsp:cNvPr id="0" name=""/>
        <dsp:cNvSpPr/>
      </dsp:nvSpPr>
      <dsp:spPr>
        <a:xfrm>
          <a:off x="188719" y="141834"/>
          <a:ext cx="343126" cy="3431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40913-2D92-486D-ACC6-9D4399939365}">
      <dsp:nvSpPr>
        <dsp:cNvPr id="0" name=""/>
        <dsp:cNvSpPr/>
      </dsp:nvSpPr>
      <dsp:spPr>
        <a:xfrm>
          <a:off x="720566" y="1464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Dataset Overview</a:t>
          </a:r>
        </a:p>
      </dsp:txBody>
      <dsp:txXfrm>
        <a:off x="720566" y="1464"/>
        <a:ext cx="7509033" cy="623866"/>
      </dsp:txXfrm>
    </dsp:sp>
    <dsp:sp modelId="{4656946F-75FB-486E-BFA2-124FBF8505E1}">
      <dsp:nvSpPr>
        <dsp:cNvPr id="0" name=""/>
        <dsp:cNvSpPr/>
      </dsp:nvSpPr>
      <dsp:spPr>
        <a:xfrm>
          <a:off x="0" y="781297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66E64-CB27-4DC1-89E2-78EFCA000B40}">
      <dsp:nvSpPr>
        <dsp:cNvPr id="0" name=""/>
        <dsp:cNvSpPr/>
      </dsp:nvSpPr>
      <dsp:spPr>
        <a:xfrm>
          <a:off x="188719" y="921667"/>
          <a:ext cx="343126" cy="3431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77ADF-6D5B-42EF-8C5A-58E41F2063B9}">
      <dsp:nvSpPr>
        <dsp:cNvPr id="0" name=""/>
        <dsp:cNvSpPr/>
      </dsp:nvSpPr>
      <dsp:spPr>
        <a:xfrm>
          <a:off x="720566" y="781297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Exploratory Data Analysis (EDA)</a:t>
          </a:r>
        </a:p>
      </dsp:txBody>
      <dsp:txXfrm>
        <a:off x="720566" y="781297"/>
        <a:ext cx="7509033" cy="623866"/>
      </dsp:txXfrm>
    </dsp:sp>
    <dsp:sp modelId="{6C67B6EC-2F2F-458E-8932-0F91CCB11C26}">
      <dsp:nvSpPr>
        <dsp:cNvPr id="0" name=""/>
        <dsp:cNvSpPr/>
      </dsp:nvSpPr>
      <dsp:spPr>
        <a:xfrm>
          <a:off x="0" y="1561131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C84399-2746-4D25-96E2-31C4E0B79D55}">
      <dsp:nvSpPr>
        <dsp:cNvPr id="0" name=""/>
        <dsp:cNvSpPr/>
      </dsp:nvSpPr>
      <dsp:spPr>
        <a:xfrm>
          <a:off x="188719" y="1701501"/>
          <a:ext cx="343126" cy="3431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59AB7-77DA-4BCF-8702-C3665F1A71F0}">
      <dsp:nvSpPr>
        <dsp:cNvPr id="0" name=""/>
        <dsp:cNvSpPr/>
      </dsp:nvSpPr>
      <dsp:spPr>
        <a:xfrm>
          <a:off x="720566" y="1561131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Trend Analysis</a:t>
          </a:r>
        </a:p>
      </dsp:txBody>
      <dsp:txXfrm>
        <a:off x="720566" y="1561131"/>
        <a:ext cx="7509033" cy="623866"/>
      </dsp:txXfrm>
    </dsp:sp>
    <dsp:sp modelId="{36206745-F7CC-4606-8E9A-54BE7D03DFF0}">
      <dsp:nvSpPr>
        <dsp:cNvPr id="0" name=""/>
        <dsp:cNvSpPr/>
      </dsp:nvSpPr>
      <dsp:spPr>
        <a:xfrm>
          <a:off x="0" y="2340964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247CBE-27BC-48EB-82F8-980BF8770DEC}">
      <dsp:nvSpPr>
        <dsp:cNvPr id="0" name=""/>
        <dsp:cNvSpPr/>
      </dsp:nvSpPr>
      <dsp:spPr>
        <a:xfrm>
          <a:off x="188719" y="2481334"/>
          <a:ext cx="343126" cy="3431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5CEFE-9BFE-4DFA-804C-2E977616362E}">
      <dsp:nvSpPr>
        <dsp:cNvPr id="0" name=""/>
        <dsp:cNvSpPr/>
      </dsp:nvSpPr>
      <dsp:spPr>
        <a:xfrm>
          <a:off x="720566" y="2340964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County-Level Insights</a:t>
          </a:r>
        </a:p>
      </dsp:txBody>
      <dsp:txXfrm>
        <a:off x="720566" y="2340964"/>
        <a:ext cx="7509033" cy="623866"/>
      </dsp:txXfrm>
    </dsp:sp>
    <dsp:sp modelId="{6CC97C74-6E14-41F4-AEAE-30B26180D14E}">
      <dsp:nvSpPr>
        <dsp:cNvPr id="0" name=""/>
        <dsp:cNvSpPr/>
      </dsp:nvSpPr>
      <dsp:spPr>
        <a:xfrm>
          <a:off x="0" y="3120798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AD9DD-BB6E-42C5-BF23-7F9437B8B7D4}">
      <dsp:nvSpPr>
        <dsp:cNvPr id="0" name=""/>
        <dsp:cNvSpPr/>
      </dsp:nvSpPr>
      <dsp:spPr>
        <a:xfrm>
          <a:off x="188719" y="3261168"/>
          <a:ext cx="343126" cy="3431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6D1BE-F341-4F36-9A83-5AF95D3C115F}">
      <dsp:nvSpPr>
        <dsp:cNvPr id="0" name=""/>
        <dsp:cNvSpPr/>
      </dsp:nvSpPr>
      <dsp:spPr>
        <a:xfrm>
          <a:off x="720566" y="3120798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Forecasting Summary</a:t>
          </a:r>
        </a:p>
      </dsp:txBody>
      <dsp:txXfrm>
        <a:off x="720566" y="3120798"/>
        <a:ext cx="7509033" cy="623866"/>
      </dsp:txXfrm>
    </dsp:sp>
    <dsp:sp modelId="{18933B06-5E6D-43B2-884D-7F744548AC06}">
      <dsp:nvSpPr>
        <dsp:cNvPr id="0" name=""/>
        <dsp:cNvSpPr/>
      </dsp:nvSpPr>
      <dsp:spPr>
        <a:xfrm>
          <a:off x="0" y="3900632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28A29-9879-4006-9CFC-7822107B626C}">
      <dsp:nvSpPr>
        <dsp:cNvPr id="0" name=""/>
        <dsp:cNvSpPr/>
      </dsp:nvSpPr>
      <dsp:spPr>
        <a:xfrm>
          <a:off x="188719" y="4041002"/>
          <a:ext cx="343126" cy="3431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11C6E-04CB-4378-9EFC-8614CBF99535}">
      <dsp:nvSpPr>
        <dsp:cNvPr id="0" name=""/>
        <dsp:cNvSpPr/>
      </dsp:nvSpPr>
      <dsp:spPr>
        <a:xfrm>
          <a:off x="720566" y="3900632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Conclusion &amp; Recommendations</a:t>
          </a:r>
        </a:p>
      </dsp:txBody>
      <dsp:txXfrm>
        <a:off x="720566" y="3900632"/>
        <a:ext cx="7509033" cy="623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1ABD11-1F9F-8045-9559-4EE0D5997914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B7CFC-88DA-B44E-A5BA-D44ECA5A94F1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Focus: Colorado Motor Vehicle Sales</a:t>
          </a:r>
        </a:p>
      </dsp:txBody>
      <dsp:txXfrm>
        <a:off x="0" y="0"/>
        <a:ext cx="8229600" cy="1131490"/>
      </dsp:txXfrm>
    </dsp:sp>
    <dsp:sp modelId="{5CDDC044-EA82-6A45-A162-72DE39A7AE3A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0FC10-3E94-C24D-AE92-6202A48B1F06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Years: 2008 to 2015</a:t>
          </a:r>
        </a:p>
      </dsp:txBody>
      <dsp:txXfrm>
        <a:off x="0" y="1131490"/>
        <a:ext cx="8229600" cy="1131490"/>
      </dsp:txXfrm>
    </dsp:sp>
    <dsp:sp modelId="{52CD6BE9-75B7-ED4B-B329-51F0BB367A0B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52D4D-47CF-164D-BF89-E6A05EA7EDE0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Total Records: 501</a:t>
          </a:r>
        </a:p>
      </dsp:txBody>
      <dsp:txXfrm>
        <a:off x="0" y="2262981"/>
        <a:ext cx="8229600" cy="1131490"/>
      </dsp:txXfrm>
    </dsp:sp>
    <dsp:sp modelId="{8D2DB18D-98C8-534C-91B7-6CE1EDD62ACB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A256E-CC15-1845-BEAE-ADBEB413D457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Columns: year, quarter, county, sales</a:t>
          </a:r>
        </a:p>
      </dsp:txBody>
      <dsp:txXfrm>
        <a:off x="0" y="3394472"/>
        <a:ext cx="8229600" cy="113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oy cars lined up in a row on floor">
            <a:extLst>
              <a:ext uri="{FF2B5EF4-FFF2-40B4-BE49-F238E27FC236}">
                <a16:creationId xmlns:a16="http://schemas.microsoft.com/office/drawing/2014/main" id="{0F932F6C-66BF-7379-4B22-51AFB866A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03" r="19121"/>
          <a:stretch>
            <a:fillRect/>
          </a:stretch>
        </p:blipFill>
        <p:spPr>
          <a:xfrm>
            <a:off x="3082595" y="10"/>
            <a:ext cx="6061405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4200"/>
              <a:t>Colorado Motor Vehicle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2949980" cy="1208141"/>
          </a:xfrm>
        </p:spPr>
        <p:txBody>
          <a:bodyPr>
            <a:normAutofit/>
          </a:bodyPr>
          <a:lstStyle/>
          <a:p>
            <a:pPr algn="l"/>
            <a:r>
              <a:rPr lang="en-IN" sz="1700"/>
              <a:t>Professional PPT Report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E0389A9-C8D2-0E52-1AF3-378BD31E50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A7956BE-4077-F704-AB24-7594D1729E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Sales Trend</a:t>
            </a:r>
          </a:p>
        </p:txBody>
      </p:sp>
      <p:pic>
        <p:nvPicPr>
          <p:cNvPr id="3" name="Picture 2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County-Level Sales Insights</a:t>
            </a:r>
          </a:p>
        </p:txBody>
      </p:sp>
      <p:pic>
        <p:nvPicPr>
          <p:cNvPr id="3" name="Picture 2" descr="cou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676400"/>
            <a:ext cx="2857500" cy="3505200"/>
          </a:xfrm>
        </p:spPr>
        <p:txBody>
          <a:bodyPr anchor="t">
            <a:normAutofit/>
          </a:bodyPr>
          <a:lstStyle/>
          <a:p>
            <a:r>
              <a:rPr lang="en-IN" sz="3500"/>
              <a:t>Forecast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3" y="1676400"/>
            <a:ext cx="4229097" cy="3505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IN" sz="1900">
              <a:solidFill>
                <a:schemeClr val="tx1">
                  <a:alpha val="55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IN" sz="1900">
                <a:solidFill>
                  <a:schemeClr val="tx1">
                    <a:alpha val="55000"/>
                  </a:schemeClr>
                </a:solidFill>
              </a:rPr>
              <a:t>Quarterly aggregated series prepared for time-series modeling.</a:t>
            </a:r>
          </a:p>
          <a:p>
            <a:pPr>
              <a:lnSpc>
                <a:spcPct val="90000"/>
              </a:lnSpc>
            </a:pPr>
            <a:r>
              <a:rPr lang="en-IN" sz="1900">
                <a:solidFill>
                  <a:schemeClr val="tx1">
                    <a:alpha val="55000"/>
                  </a:schemeClr>
                </a:solidFill>
              </a:rPr>
              <a:t>SARIMAX / ETS models recommended due to strong seasonality.</a:t>
            </a:r>
          </a:p>
          <a:p>
            <a:pPr>
              <a:lnSpc>
                <a:spcPct val="90000"/>
              </a:lnSpc>
            </a:pPr>
            <a:r>
              <a:rPr lang="en-IN" sz="1900">
                <a:solidFill>
                  <a:schemeClr val="tx1">
                    <a:alpha val="55000"/>
                  </a:schemeClr>
                </a:solidFill>
              </a:rPr>
              <a:t>Dataset contains ~32 quarters: suitable for basic seasonal forecasting.</a:t>
            </a:r>
          </a:p>
          <a:p>
            <a:pPr>
              <a:lnSpc>
                <a:spcPct val="90000"/>
              </a:lnSpc>
            </a:pPr>
            <a:r>
              <a:rPr lang="en-IN" sz="1900">
                <a:solidFill>
                  <a:schemeClr val="tx1">
                    <a:alpha val="55000"/>
                  </a:schemeClr>
                </a:solidFill>
              </a:rPr>
              <a:t>Naive baseline also applied for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Vehicle sales show clear seasonal quarterly patterns.</a:t>
            </a:r>
          </a:p>
          <a:p>
            <a:r>
              <a:t>County-level sales distribution is highly uneven.</a:t>
            </a:r>
          </a:p>
          <a:p>
            <a:r>
              <a:t>Forecasting supports capacity planning and policy insights.</a:t>
            </a:r>
          </a:p>
          <a:p>
            <a:r>
              <a:t>Suggested next steps: deeper ML models, anomaly detection, dashboard visualization.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</Words>
  <Application>Microsoft Macintosh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Colorado Motor Vehicle Sales Analysis</vt:lpstr>
      <vt:lpstr>Agenda</vt:lpstr>
      <vt:lpstr>Dataset Overview</vt:lpstr>
      <vt:lpstr>Quarterly Sales Trend</vt:lpstr>
      <vt:lpstr>County-Level Sales Insights</vt:lpstr>
      <vt:lpstr>Forecast Summary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PRAMODKUMAR A GOUNDI</cp:lastModifiedBy>
  <cp:revision>2</cp:revision>
  <dcterms:created xsi:type="dcterms:W3CDTF">2013-01-27T09:14:16Z</dcterms:created>
  <dcterms:modified xsi:type="dcterms:W3CDTF">2025-11-25T18:13:43Z</dcterms:modified>
  <cp:category/>
</cp:coreProperties>
</file>